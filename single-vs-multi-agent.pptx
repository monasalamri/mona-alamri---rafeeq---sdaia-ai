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389120"/>
            <a:ext cx="2743200" cy="274320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SYSTEMS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Agent vs. Multi-Agent Systems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· When to Use · Benefits · Types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Mona Saleh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Comparing?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E9F1F7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37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Single-Agent System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agent handles the entire task on its own — from understanding the request, to reasoning, to producing the final result. It works within a single loop of perception, decision, and action.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1480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single chatbot answering customer FAQs end-to-end.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21295C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1737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System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56032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specialized agents work together, each responsible for a sub-task (e.g., research, coding, review). They communicate, coordinate, and combine results to reach the overall goal.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411480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planner agent + a researcher agent + a writer agent collaborating on a report.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by Task Type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493776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050792"/>
              </a:tblGrid>
              <a:tr h="7053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Dimension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well-defined, 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Complex, multi-step, needs division of labor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expertise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General-purpose, one skill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specialized roles (research, coding, QA...)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 need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one decision-maker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agents must communicate &amp; sync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for simple tasks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low overhead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— coordination overhead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 for big tasks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— one bottleneck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parallel work across 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impact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point of failure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resilient — other agents continue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Each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Single Agent when: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simple and self-contained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 / cost matters most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skill set covers the whole job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need for tool diversity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debug &amp; maintain a single flow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29400" y="1600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Multi-Agents when: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14884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has distinct sub-tasks or phases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expertise/tools are required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can run in parallel to save time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must scale to larger workloads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matters — need redundancy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Multi-Agent Systems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184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focuses on what it does best, improving quality per sub-task.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1645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6184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Parallelism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sub-tasks run at the same time, cutting overall completion time.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75320" y="1645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16184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194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agents to handle growing workload without redesigning the system.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9959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5720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agent fails, others can continue or a supervisor can reassign the task.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3794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26280" y="4023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262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39959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Modularity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5720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be built, tested, and upgraded independently of one another.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3794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275320" y="4023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53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869680" y="39959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decision quality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5720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cross-check, critique, and validate each other's output.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Multi-Agent Architectures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7218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Orchestrator–Worker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0312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lead agent plans and delegates sub-tasks to worker agents, then merges results.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508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47218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(Pipeline)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10312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work in a fixed order, each passing its output to the next stage.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1181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/ Peer-to-Peer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74904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of equal standing communicate and negotiate to reach a shared goal.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9718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3154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31181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74904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agents oversee teams of sub-agents across multiple layers.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48006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76402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Debate / Critic-Actor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39496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proposes a solution while another critiques it to refine quality.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461772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</p:spPr>
      </p:sp>
      <p:sp>
        <p:nvSpPr>
          <p:cNvPr id="29" name="Shape 27"/>
          <p:cNvSpPr/>
          <p:nvPr/>
        </p:nvSpPr>
        <p:spPr>
          <a:xfrm>
            <a:off x="6492240" y="480060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922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476402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539496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pursue conflicting goals; the system selects the best outcome (e.g., simulations).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Simplicity When You Can.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Multi-Agent When You Must.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agent is faster, cheaper, and easier to manage for focused tasks. Move to a multi-agent system when the work is complex enough to need specialization, parallelism, or scale.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2026-09-22T05:52:19Z</dcterms:created>
  <dcterms:modified xsi:type="dcterms:W3CDTF">2026-09-22T05:52:19Z</dcterms:modified>
</cp:coreProperties>
</file>