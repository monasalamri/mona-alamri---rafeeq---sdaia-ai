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619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389120"/>
            <a:ext cx="2743200" cy="27432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84085" y="1828800"/>
            <a:ext cx="8327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ar-SA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Agentic AI Systems Engineering</a:t>
            </a:r>
          </a:p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STORY ABOUT AI”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Who Learned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Wasn't Alone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tale of Single-Agent and Multi-Agent AI Systems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Mona Alamri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UPON A TASK...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company needed a market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report — in 48 hours.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meant gathering data, analyzing trends, writing a clear narrative, and checking every fact. One task — but many kinds of work hiding inside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" y="4114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9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36776" y="4297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636776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4983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11296" y="4114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9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25696" y="4297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425696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4983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0216" y="4114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9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14616" y="4297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214616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0216" y="4983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89136" y="4114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9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03536" y="4297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0003536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89136" y="4983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099816" y="4526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888736" y="4526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677656" y="4526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Lone Agent Takes the Job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Agent. One Loop.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004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general-purpose agent takes on the whole task itself — reading the request, deciding what to do, and producing the result, start to finish.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7548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first, it goes well: quick answers, no coordination needed, nothing to slow it down.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21488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720840" y="21488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for simple requests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46520" y="34747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720840" y="347472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run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48006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720840" y="48006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build &amp; debug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THEN...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Grew Bigger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One Agent Could Carry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hats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947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analysis, writing and review each need different strengths — no single skill set fits all of them well.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29260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66344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7947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waits in line behind one decision-maker. Nothing happens in parallel.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29260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2480" y="3154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weak link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7947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mistake anywhere in the chain has nowhere to be caught — one agent, one point of failure.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TWO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Assembles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instead of one generalist, four specialists step in — each one an agent built for a single part of the job, working as a team toward the same goal.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77340" y="3200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57734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69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raw data and sources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288036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11980" y="32004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41198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4069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572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 and insights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288036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46620" y="32004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2466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069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572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findings into a narrative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0" y="288036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9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081260" y="32004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08126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4069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4572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facts and polish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1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Team Has Its Own Style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Orchestrator–Worker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agent plans the story and delegates chapters to the rest.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0574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22585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(Pipeline)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8803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passes its work to the next, like chapters unfolding in order.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66760" y="225856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6676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88036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in the room, talking it through until they agree.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572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2120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overseeing teams of their own, layer by layer.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43891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45902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61772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572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Debate / Critic-Actor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52120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proposes, another challenges — the story gets sharper.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3891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66760" y="459028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36676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4572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21208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agents each try their own ending; the best one wins.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Team Made Possible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91640" y="24688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691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9476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analysis and drafting happened side by side, not one after another.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2194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24688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262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379476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focused only on what it did best.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60920" y="24688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609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Sturdier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79476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caught what the writer missed — no single point of failure.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0" y="21945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65A8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95560" y="24688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1955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grow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79476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another specialist any time the workload grows.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MORAL OF THE STORY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Story Needs a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E9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 Lone Agent when: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simple &amp; self-contained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low cost matter most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set covers the job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2286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the Team when: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8803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splits into distinct sub-tasks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expertise is genuinely needed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scale, speed, or resilience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— OR THE BEGINNING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task tells you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story it needs.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agent. Bring in a team the moment the work asks for more hands than one agent has.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9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589</Words>
  <Application>Microsoft Office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Mona Alamri</cp:lastModifiedBy>
  <cp:revision>2</cp:revision>
  <dcterms:created xsi:type="dcterms:W3CDTF">2026-09-22T07:59:16Z</dcterms:created>
  <dcterms:modified xsi:type="dcterms:W3CDTF">2026-09-22T08:04:29Z</dcterms:modified>
</cp:coreProperties>
</file>